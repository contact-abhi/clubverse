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sldIdLst>
    <p:sldId id="256" r:id="rId2"/>
    <p:sldId id="287" r:id="rId3"/>
    <p:sldId id="257" r:id="rId4"/>
    <p:sldId id="353" r:id="rId5"/>
    <p:sldId id="354" r:id="rId6"/>
    <p:sldId id="355" r:id="rId7"/>
    <p:sldId id="359" r:id="rId8"/>
    <p:sldId id="360" r:id="rId9"/>
    <p:sldId id="362" r:id="rId10"/>
    <p:sldId id="358" r:id="rId11"/>
    <p:sldId id="361" r:id="rId12"/>
    <p:sldId id="271" r:id="rId13"/>
    <p:sldId id="32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FF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76" autoAdjust="0"/>
    <p:restoredTop sz="94379" autoAdjust="0"/>
  </p:normalViewPr>
  <p:slideViewPr>
    <p:cSldViewPr showGuides="1">
      <p:cViewPr varScale="1">
        <p:scale>
          <a:sx n="71" d="100"/>
          <a:sy n="71" d="100"/>
        </p:scale>
        <p:origin x="444" y="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73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9B3BC-7FCA-4166-96E5-654288EED0B0}" type="datetimeFigureOut">
              <a:rPr lang="en-US" smtClean="0"/>
              <a:t>12/30/2025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96B92D-2A32-4C16-979B-071562DB202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96B92D-2A32-4C16-979B-071562DB202E}"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IV Semester, Department of ISE, RNSIT</a:t>
            </a:r>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IV  Semester, Department of ISE, RNSIT</a:t>
            </a:r>
          </a:p>
        </p:txBody>
      </p:sp>
      <p:sp>
        <p:nvSpPr>
          <p:cNvPr id="8" name="Footer Placeholder 7"/>
          <p:cNvSpPr>
            <a:spLocks noGrp="1"/>
          </p:cNvSpPr>
          <p:nvPr>
            <p:ph type="ftr" sz="quarter" idx="11"/>
          </p:nvPr>
        </p:nvSpPr>
        <p:spPr/>
        <p:txBody>
          <a:bodyPr/>
          <a:lstStyle/>
          <a:p>
            <a:r>
              <a:rPr lang="en-US"/>
              <a:t>2021 - 2022</a:t>
            </a:r>
            <a:endParaRPr lang="en-US" dirty="0"/>
          </a:p>
        </p:txBody>
      </p:sp>
      <p:sp>
        <p:nvSpPr>
          <p:cNvPr id="9" name="Slide Number Placeholder 8"/>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IV  Semester, Department of ISE, RNSIT</a:t>
            </a:r>
          </a:p>
        </p:txBody>
      </p:sp>
      <p:sp>
        <p:nvSpPr>
          <p:cNvPr id="4" name="Footer Placeholder 3"/>
          <p:cNvSpPr>
            <a:spLocks noGrp="1"/>
          </p:cNvSpPr>
          <p:nvPr>
            <p:ph type="ftr" sz="quarter" idx="11"/>
          </p:nvPr>
        </p:nvSpPr>
        <p:spPr/>
        <p:txBody>
          <a:bodyPr/>
          <a:lstStyle/>
          <a:p>
            <a:r>
              <a:rPr lang="en-US"/>
              <a:t>2021 - 2022</a:t>
            </a:r>
            <a:endParaRPr lang="en-US" dirty="0"/>
          </a:p>
        </p:txBody>
      </p:sp>
      <p:sp>
        <p:nvSpPr>
          <p:cNvPr id="5" name="Slide Number Placeholder 4"/>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IV  Semester, Department of ISE, RNSIT</a:t>
            </a:r>
          </a:p>
        </p:txBody>
      </p:sp>
      <p:sp>
        <p:nvSpPr>
          <p:cNvPr id="3" name="Footer Placeholder 2"/>
          <p:cNvSpPr>
            <a:spLocks noGrp="1"/>
          </p:cNvSpPr>
          <p:nvPr>
            <p:ph type="ftr" sz="quarter" idx="11"/>
          </p:nvPr>
        </p:nvSpPr>
        <p:spPr/>
        <p:txBody>
          <a:bodyPr/>
          <a:lstStyle/>
          <a:p>
            <a:r>
              <a:rPr lang="en-US"/>
              <a:t>2021 - 2022</a:t>
            </a:r>
            <a:endParaRPr lang="en-US" dirty="0"/>
          </a:p>
        </p:txBody>
      </p:sp>
      <p:sp>
        <p:nvSpPr>
          <p:cNvPr id="4" name="Slide Number Placeholder 3"/>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IV  Semester, Department of ISE, RNSIT</a:t>
            </a:r>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IV  Semester, Department of ISE, RNSIT</a:t>
            </a:r>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9416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190898"/>
            <a:ext cx="10515600" cy="50338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3200400" cy="365125"/>
          </a:xfrm>
          <a:prstGeom prst="rect">
            <a:avLst/>
          </a:prstGeom>
        </p:spPr>
        <p:txBody>
          <a:bodyPr vert="horz" lIns="91440" tIns="45720" rIns="91440" bIns="45720" rtlCol="0" anchor="ctr"/>
          <a:lstStyle>
            <a:lvl1pPr algn="l">
              <a:defRPr sz="1200" b="1">
                <a:solidFill>
                  <a:srgbClr val="2B5FF3"/>
                </a:solidFill>
              </a:defRPr>
            </a:lvl1pPr>
          </a:lstStyle>
          <a:p>
            <a:r>
              <a:rPr lang="en-US" dirty="0"/>
              <a:t>IV Semester, Department of ISE, RNSIT</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rgbClr val="2B5FF3"/>
                </a:solidFill>
              </a:defRPr>
            </a:lvl1pPr>
          </a:lstStyle>
          <a:p>
            <a:r>
              <a:rPr lang="en-US"/>
              <a:t>2021 - 2022</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rgbClr val="2B5FF3"/>
                </a:solidFill>
              </a:defRPr>
            </a:lvl1pPr>
          </a:lstStyle>
          <a:p>
            <a:fld id="{5B4F5413-E548-45A8-B9DD-11B71454D5CA}" type="slidenum">
              <a:rPr lang="en-US" smtClean="0"/>
              <a:t>‹#›</a:t>
            </a:fld>
            <a:endParaRPr lang="en-US" dirty="0"/>
          </a:p>
        </p:txBody>
      </p:sp>
      <p:pic>
        <p:nvPicPr>
          <p:cNvPr id="7" name="Picture 6" descr="Logo, company name&#10;&#10;Description automatically generated"/>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19050"/>
            <a:ext cx="1349222" cy="88330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b="1"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9183" y="3027794"/>
            <a:ext cx="12192000" cy="553606"/>
          </a:xfrm>
        </p:spPr>
        <p:txBody>
          <a:bodyPr>
            <a:normAutofit fontScale="90000"/>
          </a:bodyPr>
          <a:lstStyle/>
          <a:p>
            <a:pPr algn="ctr"/>
            <a:r>
              <a:rPr lang="en-US" sz="3400" dirty="0">
                <a:solidFill>
                  <a:srgbClr val="FF0000"/>
                </a:solidFill>
                <a:latin typeface="Times New Roman" panose="02020603050405020304" pitchFamily="18" charset="0"/>
                <a:cs typeface="Times New Roman" panose="02020603050405020304" pitchFamily="18" charset="0"/>
              </a:rPr>
              <a:t>CLUBVERSE</a:t>
            </a:r>
          </a:p>
        </p:txBody>
      </p:sp>
      <p:sp>
        <p:nvSpPr>
          <p:cNvPr id="11" name="Subtitle 10"/>
          <p:cNvSpPr>
            <a:spLocks noGrp="1"/>
          </p:cNvSpPr>
          <p:nvPr>
            <p:ph type="subTitle" idx="1"/>
          </p:nvPr>
        </p:nvSpPr>
        <p:spPr>
          <a:xfrm>
            <a:off x="3921088" y="3647420"/>
            <a:ext cx="4191000" cy="2753380"/>
          </a:xfrm>
        </p:spPr>
        <p:txBody>
          <a:bodyPr>
            <a:noAutofit/>
          </a:bodyPr>
          <a:lstStyle/>
          <a:p>
            <a:pPr lvl="0" algn="ctr" fontAlgn="base">
              <a:lnSpc>
                <a:spcPct val="150000"/>
              </a:lnSpc>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Project Team</a:t>
            </a:r>
          </a:p>
          <a:p>
            <a:pPr lvl="0" algn="l" fontAlgn="base">
              <a:lnSpc>
                <a:spcPct val="150000"/>
              </a:lnSpc>
              <a:spcBef>
                <a:spcPct val="0"/>
              </a:spcBef>
              <a:spcAft>
                <a:spcPct val="0"/>
              </a:spcAft>
            </a:pPr>
            <a:r>
              <a:rPr lang="en-US" sz="2400" b="1" dirty="0">
                <a:solidFill>
                  <a:srgbClr val="000066"/>
                </a:solidFill>
                <a:latin typeface="Times New Roman" panose="02020603050405020304" pitchFamily="18" charset="0"/>
                <a:cs typeface="Times New Roman" panose="02020603050405020304" pitchFamily="18" charset="0"/>
              </a:rPr>
              <a:t>Akash S :  1RN24CS016</a:t>
            </a:r>
          </a:p>
          <a:p>
            <a:pPr algn="l" fontAlgn="base">
              <a:spcBef>
                <a:spcPct val="0"/>
              </a:spcBef>
              <a:spcAft>
                <a:spcPct val="0"/>
              </a:spcAft>
            </a:pPr>
            <a:r>
              <a:rPr lang="en-US" b="1" dirty="0" err="1">
                <a:solidFill>
                  <a:srgbClr val="000066"/>
                </a:solidFill>
                <a:latin typeface="Times New Roman" panose="02020603050405020304" pitchFamily="18" charset="0"/>
                <a:cs typeface="Times New Roman" panose="02020603050405020304" pitchFamily="18" charset="0"/>
              </a:rPr>
              <a:t>Abhirama</a:t>
            </a:r>
            <a:r>
              <a:rPr lang="en-US" b="1" dirty="0">
                <a:solidFill>
                  <a:srgbClr val="000066"/>
                </a:solidFill>
                <a:latin typeface="Times New Roman" panose="02020603050405020304" pitchFamily="18" charset="0"/>
                <a:cs typeface="Times New Roman" panose="02020603050405020304" pitchFamily="18" charset="0"/>
              </a:rPr>
              <a:t> MB :  1RN24CS005</a:t>
            </a:r>
          </a:p>
          <a:p>
            <a:pPr algn="l" fontAlgn="base">
              <a:spcBef>
                <a:spcPct val="0"/>
              </a:spcBef>
              <a:spcAft>
                <a:spcPct val="0"/>
              </a:spcAft>
            </a:pPr>
            <a:r>
              <a:rPr lang="en-US" b="1" dirty="0">
                <a:solidFill>
                  <a:srgbClr val="000066"/>
                </a:solidFill>
                <a:latin typeface="Times New Roman" panose="02020603050405020304" pitchFamily="18" charset="0"/>
                <a:cs typeface="Times New Roman" panose="02020603050405020304" pitchFamily="18" charset="0"/>
              </a:rPr>
              <a:t>Akash HV:  1RN24CS015</a:t>
            </a:r>
            <a:endParaRPr lang="en-US" sz="2400" b="1" dirty="0">
              <a:solidFill>
                <a:srgbClr val="000066"/>
              </a:solidFill>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US" sz="2400" b="1" dirty="0">
              <a:solidFill>
                <a:srgbClr val="000066"/>
              </a:solidFill>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IN" sz="2400" b="1" dirty="0">
              <a:solidFill>
                <a:srgbClr val="000066"/>
              </a:solidFill>
            </a:endParaRPr>
          </a:p>
        </p:txBody>
      </p:sp>
      <p:sp>
        <p:nvSpPr>
          <p:cNvPr id="7" name="Rectangle 6"/>
          <p:cNvSpPr/>
          <p:nvPr/>
        </p:nvSpPr>
        <p:spPr>
          <a:xfrm>
            <a:off x="2095500" y="137348"/>
            <a:ext cx="8001000" cy="1015663"/>
          </a:xfrm>
          <a:prstGeom prst="rect">
            <a:avLst/>
          </a:prstGeom>
        </p:spPr>
        <p:txBody>
          <a:bodyPr wrap="square">
            <a:spAutoFit/>
          </a:bodyPr>
          <a:lstStyle/>
          <a:p>
            <a:pPr algn="ctr">
              <a:defRPr/>
            </a:pPr>
            <a:r>
              <a:rPr lang="en-US" sz="3600" b="1" dirty="0">
                <a:solidFill>
                  <a:srgbClr val="000066"/>
                </a:solidFill>
                <a:latin typeface="Times New Roman" panose="02020603050405020304" pitchFamily="18" charset="0"/>
                <a:cs typeface="Times New Roman" panose="02020603050405020304" pitchFamily="18" charset="0"/>
              </a:rPr>
              <a:t>RNS INSTITUTE OF TECHNOLOGY</a:t>
            </a:r>
          </a:p>
          <a:p>
            <a:pPr algn="ctr">
              <a:defRPr/>
            </a:pPr>
            <a:r>
              <a:rPr lang="en-US" sz="2400" b="1" cap="all" dirty="0">
                <a:solidFill>
                  <a:srgbClr val="000066"/>
                </a:solidFill>
                <a:latin typeface="Times New Roman" panose="02020603050405020304" pitchFamily="18" charset="0"/>
                <a:cs typeface="Times New Roman" panose="02020603050405020304" pitchFamily="18" charset="0"/>
              </a:rPr>
              <a:t>BENGALURU - 98</a:t>
            </a:r>
            <a:endParaRPr lang="en-US" sz="2400" b="1" dirty="0">
              <a:solidFill>
                <a:srgbClr val="000066"/>
              </a:solidFill>
              <a:latin typeface="Times New Roman" panose="02020603050405020304" pitchFamily="18" charset="0"/>
              <a:cs typeface="Times New Roman" panose="02020603050405020304" pitchFamily="18" charset="0"/>
            </a:endParaRPr>
          </a:p>
        </p:txBody>
      </p:sp>
      <p:sp>
        <p:nvSpPr>
          <p:cNvPr id="8" name="Rectangle 7"/>
          <p:cNvSpPr/>
          <p:nvPr/>
        </p:nvSpPr>
        <p:spPr>
          <a:xfrm>
            <a:off x="0" y="1524000"/>
            <a:ext cx="12192000" cy="523220"/>
          </a:xfrm>
          <a:prstGeom prst="rect">
            <a:avLst/>
          </a:prstGeom>
        </p:spPr>
        <p:txBody>
          <a:bodyPr wrap="square">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COMPUTER SCIENCE &amp; ENGINEERING</a:t>
            </a:r>
          </a:p>
        </p:txBody>
      </p:sp>
      <p:sp>
        <p:nvSpPr>
          <p:cNvPr id="9" name="Rectangle 8"/>
          <p:cNvSpPr/>
          <p:nvPr/>
        </p:nvSpPr>
        <p:spPr>
          <a:xfrm>
            <a:off x="2279576" y="2281535"/>
            <a:ext cx="7474024" cy="461665"/>
          </a:xfrm>
          <a:prstGeom prst="rect">
            <a:avLst/>
          </a:prstGeom>
        </p:spPr>
        <p:txBody>
          <a:bodyPr wrap="square">
            <a:spAutoFit/>
          </a:bodyPr>
          <a:lstStyle/>
          <a:p>
            <a:pPr algn="ctr"/>
            <a:r>
              <a:rPr lang="en-US" sz="2400" b="1" dirty="0">
                <a:solidFill>
                  <a:srgbClr val="002060"/>
                </a:solidFill>
                <a:latin typeface="Times New Roman" panose="02020603050405020304" pitchFamily="18" charset="0"/>
                <a:cs typeface="Times New Roman" panose="02020603050405020304" pitchFamily="18" charset="0"/>
              </a:rPr>
              <a:t>          DSA Mini Project Work Presentation </a:t>
            </a:r>
          </a:p>
        </p:txBody>
      </p:sp>
      <p:sp>
        <p:nvSpPr>
          <p:cNvPr id="10" name="Rectangle 9"/>
          <p:cNvSpPr/>
          <p:nvPr/>
        </p:nvSpPr>
        <p:spPr>
          <a:xfrm>
            <a:off x="7189154" y="5143381"/>
            <a:ext cx="5128891" cy="1323439"/>
          </a:xfrm>
          <a:prstGeom prst="rect">
            <a:avLst/>
          </a:prstGeom>
        </p:spPr>
        <p:txBody>
          <a:bodyPr wrap="square">
            <a:spAutoFit/>
          </a:bodyPr>
          <a:lstStyle/>
          <a:p>
            <a:pPr lvl="0" algn="ctr" fontAlgn="base">
              <a:spcBef>
                <a:spcPct val="0"/>
              </a:spcBef>
              <a:spcAft>
                <a:spcPct val="0"/>
              </a:spcAft>
            </a:pPr>
            <a:r>
              <a:rPr lang="en-US" sz="2000" b="1" dirty="0">
                <a:solidFill>
                  <a:srgbClr val="FF0000"/>
                </a:solidFill>
                <a:latin typeface="Times New Roman" panose="02020603050405020304" pitchFamily="18" charset="0"/>
                <a:cs typeface="Times New Roman" panose="02020603050405020304" pitchFamily="18" charset="0"/>
              </a:rPr>
              <a:t> Faculty In charge</a:t>
            </a:r>
          </a:p>
          <a:p>
            <a:pPr lvl="0" algn="ctr" fontAlgn="base">
              <a:spcBef>
                <a:spcPct val="0"/>
              </a:spcBef>
              <a:spcAft>
                <a:spcPct val="0"/>
              </a:spcAft>
            </a:pP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Dr. Bhavanishankar K </a:t>
            </a:r>
          </a:p>
          <a:p>
            <a:pPr lvl="0" algn="ctr" fontAlgn="base">
              <a:spcBef>
                <a:spcPct val="0"/>
              </a:spcBef>
              <a:spcAft>
                <a:spcPct val="0"/>
              </a:spcAft>
            </a:pP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Professor</a:t>
            </a:r>
            <a:endParaRPr lang="en-US"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Dept of  </a:t>
            </a:r>
            <a:r>
              <a:rPr lang="en-IN" alt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SE, RNSIT</a:t>
            </a:r>
            <a:endParaRPr lang="en-US" sz="20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53752"/>
            <a:ext cx="7467600" cy="1143000"/>
          </a:xfrm>
        </p:spPr>
        <p:txBody>
          <a:bodyPr>
            <a:normAutofit/>
          </a:bodyPr>
          <a:lstStyle/>
          <a:p>
            <a:pPr algn="ctr"/>
            <a:r>
              <a:rPr lang="en-IN" sz="3200" b="1" dirty="0">
                <a:solidFill>
                  <a:schemeClr val="accent1">
                    <a:lumMod val="75000"/>
                  </a:schemeClr>
                </a:solidFill>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1343472" y="1006525"/>
            <a:ext cx="9505056" cy="5540052"/>
          </a:xfrm>
        </p:spPr>
        <p:txBody>
          <a:bodyPr>
            <a:normAutofit/>
          </a:bodyPr>
          <a:lstStyle/>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Abstract</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Introduction</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Objectives</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Data Structure Used</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Flow diagram </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Results[screen shot]</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Conclusion</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Future Enhancement</a:t>
            </a:r>
          </a:p>
          <a:p>
            <a:pPr marL="0" indent="0">
              <a:buNone/>
            </a:pPr>
            <a:endParaRPr lang="en-IN" dirty="0">
              <a:solidFill>
                <a:schemeClr val="tx1">
                  <a:lumMod val="75000"/>
                  <a:lumOff val="25000"/>
                </a:schemeClr>
              </a:solidFill>
            </a:endParaRPr>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2025 - 2026</a:t>
            </a:r>
          </a:p>
        </p:txBody>
      </p:sp>
      <p:sp>
        <p:nvSpPr>
          <p:cNvPr id="7" name="Slide Number Placeholder 6"/>
          <p:cNvSpPr>
            <a:spLocks noGrp="1"/>
          </p:cNvSpPr>
          <p:nvPr>
            <p:ph type="sldNum" sz="quarter" idx="12"/>
          </p:nvPr>
        </p:nvSpPr>
        <p:spPr/>
        <p:txBody>
          <a:bodyPr/>
          <a:lstStyle/>
          <a:p>
            <a:fld id="{5B4F5413-E548-45A8-B9DD-11B71454D5CA}"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ABSTRACT</a:t>
            </a:r>
            <a:br>
              <a:rPr lang="en-US" sz="3200" b="1" u="sng" dirty="0">
                <a:solidFill>
                  <a:schemeClr val="accent1">
                    <a:lumMod val="75000"/>
                  </a:schemeClr>
                </a:solidFill>
                <a:latin typeface="Times New Roman" panose="02020603050405020304" pitchFamily="18" charset="0"/>
                <a:cs typeface="Times New Roman" panose="02020603050405020304" pitchFamily="18" charset="0"/>
              </a:rPr>
            </a:br>
            <a:endParaRPr lang="en-US" sz="3200" b="1"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200" y="1357298"/>
            <a:ext cx="9829800" cy="4052902"/>
          </a:xfrm>
        </p:spPr>
        <p:txBody>
          <a:bodyPr>
            <a:normAutofit/>
          </a:bodyPr>
          <a:lstStyle/>
          <a:p>
            <a:pPr algn="just"/>
            <a:r>
              <a:rPr lang="en-US" sz="2400" b="1" dirty="0" err="1"/>
              <a:t>ClubVerse</a:t>
            </a:r>
            <a:r>
              <a:rPr lang="en-US" sz="2400" dirty="0"/>
              <a:t> is a club management system implemented in </a:t>
            </a:r>
            <a:r>
              <a:rPr lang="en-US" sz="2400" b="1" dirty="0"/>
              <a:t>C</a:t>
            </a:r>
            <a:r>
              <a:rPr lang="en-US" sz="2400" dirty="0"/>
              <a:t> using an </a:t>
            </a:r>
            <a:r>
              <a:rPr lang="en-US" sz="2400" b="1" dirty="0"/>
              <a:t>array of structures with linked lists</a:t>
            </a:r>
            <a:r>
              <a:rPr lang="en-US" sz="2400" dirty="0"/>
              <a:t>. </a:t>
            </a:r>
          </a:p>
          <a:p>
            <a:pPr algn="just"/>
            <a:r>
              <a:rPr lang="en-US" sz="2400" dirty="0"/>
              <a:t>Array of clubs, each club containing two singly linked lists (members &amp; events)</a:t>
            </a:r>
          </a:p>
          <a:p>
            <a:pPr algn="just"/>
            <a:r>
              <a:rPr lang="en-US" sz="2400" dirty="0"/>
              <a:t>Each club is stored in an array, while its members and events are managed dynamically using </a:t>
            </a:r>
            <a:r>
              <a:rPr lang="en-US" sz="2400" b="1" dirty="0"/>
              <a:t>separate singly linked lists</a:t>
            </a:r>
            <a:r>
              <a:rPr lang="en-US" sz="2400" dirty="0"/>
              <a:t>. </a:t>
            </a:r>
          </a:p>
          <a:p>
            <a:pPr algn="just"/>
            <a:r>
              <a:rPr lang="en-US" sz="2400" dirty="0"/>
              <a:t>The system supports adding, deleting, searching, and displaying members and events through a menu-driven interface, demonstrating arrays, linked lists.</a:t>
            </a:r>
          </a:p>
          <a:p>
            <a:pPr algn="just"/>
            <a:endParaRPr lang="en-US" sz="1800" dirty="0"/>
          </a:p>
        </p:txBody>
      </p:sp>
      <p:sp>
        <p:nvSpPr>
          <p:cNvPr id="5" name="Date Placeholder 4"/>
          <p:cNvSpPr>
            <a:spLocks noGrp="1"/>
          </p:cNvSpPr>
          <p:nvPr>
            <p:ph type="dt" sz="half" idx="10"/>
          </p:nvPr>
        </p:nvSpPr>
        <p:spPr/>
        <p:txBody>
          <a:bodyPr/>
          <a:lstStyle/>
          <a:p>
            <a:r>
              <a:rPr lang="en-US"/>
              <a:t>III Semester, Department of CSE, RNSIT</a:t>
            </a:r>
            <a:endParaRPr lang="en-US" dirty="0"/>
          </a:p>
        </p:txBody>
      </p:sp>
      <p:sp>
        <p:nvSpPr>
          <p:cNvPr id="4" name="Footer Placeholder 3"/>
          <p:cNvSpPr>
            <a:spLocks noGrp="1"/>
          </p:cNvSpPr>
          <p:nvPr>
            <p:ph type="ftr" sz="quarter" idx="11"/>
          </p:nvPr>
        </p:nvSpPr>
        <p:spPr/>
        <p:txBody>
          <a:bodyPr/>
          <a:lstStyle/>
          <a:p>
            <a:r>
              <a:rPr lang="en-US"/>
              <a:t>2025-2026</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18728"/>
            <a:ext cx="7467600" cy="1296144"/>
          </a:xfrm>
        </p:spPr>
        <p:txBody>
          <a:bodyPr>
            <a:noAutofit/>
          </a:bodyPr>
          <a:lstStyle/>
          <a:p>
            <a:pPr algn="ctr"/>
            <a:r>
              <a:rPr lang="en-US" sz="3200" u="sng" dirty="0">
                <a:solidFill>
                  <a:schemeClr val="accent1">
                    <a:lumMod val="75000"/>
                  </a:schemeClr>
                </a:solidFill>
                <a:latin typeface="Times New Roman" panose="02020603050405020304" pitchFamily="18" charset="0"/>
                <a:cs typeface="Times New Roman" panose="02020603050405020304" pitchFamily="18" charset="0"/>
              </a:rPr>
              <a:t>Introduction</a:t>
            </a:r>
            <a:br>
              <a:rPr lang="en-US" sz="3200" b="1" u="sng" dirty="0">
                <a:solidFill>
                  <a:schemeClr val="accent1">
                    <a:lumMod val="75000"/>
                  </a:schemeClr>
                </a:solidFill>
                <a:latin typeface="Times New Roman" panose="02020603050405020304" pitchFamily="18" charset="0"/>
                <a:cs typeface="Times New Roman" panose="02020603050405020304" pitchFamily="18" charset="0"/>
              </a:rPr>
            </a:br>
            <a:endParaRPr lang="en-US" sz="3200" b="1"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200" y="1066800"/>
            <a:ext cx="9829800" cy="5289550"/>
          </a:xfrm>
        </p:spPr>
        <p:txBody>
          <a:bodyPr>
            <a:normAutofit/>
          </a:bodyPr>
          <a:lstStyle/>
          <a:p>
            <a:r>
              <a:rPr lang="en-US" sz="2400" dirty="0"/>
              <a:t>Club management systems need to store and organize information about multiple clubs, their members, and events efficiently. Using an array of linked lists allows dynamic handling of members and events for each club without fixed size limitations.</a:t>
            </a:r>
          </a:p>
          <a:p>
            <a:r>
              <a:rPr lang="en-US" sz="2400" dirty="0"/>
              <a:t>This project demonstrates how real-world club operations—such as adding and removing members, managing events, and displaying club details—can be implemented using </a:t>
            </a:r>
            <a:r>
              <a:rPr lang="en-US" sz="2400" b="1" dirty="0"/>
              <a:t>C and data structures</a:t>
            </a:r>
            <a:r>
              <a:rPr lang="en-US" sz="2400" dirty="0"/>
              <a:t>.</a:t>
            </a:r>
          </a:p>
          <a:p>
            <a:r>
              <a:rPr lang="en-US" sz="2400" dirty="0"/>
              <a:t>It helps us to understand the practical use of </a:t>
            </a:r>
            <a:r>
              <a:rPr lang="en-US" sz="2400" b="1" dirty="0"/>
              <a:t>arrays, linked lists, and dynamic memory allocation</a:t>
            </a:r>
            <a:r>
              <a:rPr lang="en-US" sz="2400" dirty="0"/>
              <a:t>, improves programming skills, and shows how data structures make club management applications more organized and efficient.</a:t>
            </a:r>
          </a:p>
          <a:p>
            <a:pPr marL="0" indent="0" algn="just">
              <a:buNone/>
            </a:pPr>
            <a:endParaRPr lang="en-US" sz="2400" dirty="0"/>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2025-2026</a:t>
            </a:r>
          </a:p>
        </p:txBody>
      </p:sp>
      <p:sp>
        <p:nvSpPr>
          <p:cNvPr id="7" name="Slide Number Placeholder 6"/>
          <p:cNvSpPr>
            <a:spLocks noGrp="1"/>
          </p:cNvSpPr>
          <p:nvPr>
            <p:ph type="sldNum" sz="quarter" idx="12"/>
          </p:nvPr>
        </p:nvSpPr>
        <p:spPr/>
        <p:txBody>
          <a:bodyPr/>
          <a:lstStyle/>
          <a:p>
            <a:fld id="{5B4F5413-E548-45A8-B9DD-11B71454D5CA}"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u="sng" dirty="0">
                <a:solidFill>
                  <a:schemeClr val="accent1">
                    <a:lumMod val="75000"/>
                  </a:schemeClr>
                </a:solidFill>
                <a:latin typeface="Times New Roman" panose="02020603050405020304" pitchFamily="18" charset="0"/>
                <a:cs typeface="Times New Roman" panose="02020603050405020304" pitchFamily="18" charset="0"/>
              </a:rPr>
              <a:t>Objectives</a:t>
            </a:r>
            <a:br>
              <a:rPr lang="en-US" sz="3200" b="1" u="sng" dirty="0">
                <a:solidFill>
                  <a:schemeClr val="accent1">
                    <a:lumMod val="75000"/>
                  </a:schemeClr>
                </a:solidFill>
                <a:latin typeface="Times New Roman" panose="02020603050405020304" pitchFamily="18" charset="0"/>
                <a:cs typeface="Times New Roman" panose="02020603050405020304" pitchFamily="18" charset="0"/>
              </a:rPr>
            </a:br>
            <a:endParaRPr lang="en-US" sz="3200" b="1"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2025-2026</a:t>
            </a:r>
          </a:p>
        </p:txBody>
      </p:sp>
      <p:sp>
        <p:nvSpPr>
          <p:cNvPr id="7" name="Slide Number Placeholder 6"/>
          <p:cNvSpPr>
            <a:spLocks noGrp="1"/>
          </p:cNvSpPr>
          <p:nvPr>
            <p:ph type="sldNum" sz="quarter" idx="12"/>
          </p:nvPr>
        </p:nvSpPr>
        <p:spPr/>
        <p:txBody>
          <a:bodyPr/>
          <a:lstStyle/>
          <a:p>
            <a:fld id="{5B4F5413-E548-45A8-B9DD-11B71454D5CA}" type="slidenum">
              <a:rPr lang="en-US" smtClean="0"/>
              <a:t>5</a:t>
            </a:fld>
            <a:endParaRPr lang="en-US" dirty="0"/>
          </a:p>
        </p:txBody>
      </p:sp>
      <p:sp>
        <p:nvSpPr>
          <p:cNvPr id="3" name="Rectangle 1">
            <a:extLst>
              <a:ext uri="{FF2B5EF4-FFF2-40B4-BE49-F238E27FC236}">
                <a16:creationId xmlns:a16="http://schemas.microsoft.com/office/drawing/2014/main" id="{79CE4155-8128-71A1-8302-D490ADE4422A}"/>
              </a:ext>
            </a:extLst>
          </p:cNvPr>
          <p:cNvSpPr>
            <a:spLocks noGrp="1" noChangeArrowheads="1"/>
          </p:cNvSpPr>
          <p:nvPr>
            <p:ph idx="1"/>
          </p:nvPr>
        </p:nvSpPr>
        <p:spPr bwMode="auto">
          <a:xfrm>
            <a:off x="990600" y="1752600"/>
            <a:ext cx="11201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a:t>
            </a:r>
            <a:r>
              <a:rPr kumimoji="0" lang="en-US" altLang="en-US" sz="1800" b="1" i="0" u="none" strike="noStrike" cap="none" normalizeH="0" baseline="0" dirty="0">
                <a:ln>
                  <a:noFill/>
                </a:ln>
                <a:solidFill>
                  <a:schemeClr val="tx1"/>
                </a:solidFill>
                <a:effectLst/>
                <a:latin typeface="Arial" panose="020B0604020202020204" pitchFamily="34" charset="0"/>
              </a:rPr>
              <a:t>Club Management System</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i="0" u="none" strike="noStrike" cap="none" normalizeH="0" baseline="0" dirty="0">
                <a:ln>
                  <a:noFill/>
                </a:ln>
                <a:solidFill>
                  <a:schemeClr val="tx1"/>
                </a:solidFill>
                <a:effectLst/>
                <a:latin typeface="Arial" panose="020B0604020202020204" pitchFamily="34" charset="0"/>
              </a:rPr>
              <a:t>C</a:t>
            </a:r>
            <a:r>
              <a:rPr kumimoji="0" lang="en-US" altLang="en-US" sz="1800" b="0" i="0" u="none" strike="noStrike" cap="none" normalizeH="0" baseline="0" dirty="0">
                <a:ln>
                  <a:noFill/>
                </a:ln>
                <a:solidFill>
                  <a:schemeClr val="tx1"/>
                </a:solidFill>
                <a:effectLst/>
                <a:latin typeface="Arial" panose="020B0604020202020204" pitchFamily="34" charset="0"/>
              </a:rPr>
              <a:t> and an </a:t>
            </a:r>
            <a:r>
              <a:rPr kumimoji="0" lang="en-US" altLang="en-US" sz="1800" b="1" i="0" u="none" strike="noStrike" cap="none" normalizeH="0" baseline="0" dirty="0">
                <a:ln>
                  <a:noFill/>
                </a:ln>
                <a:solidFill>
                  <a:schemeClr val="tx1"/>
                </a:solidFill>
                <a:effectLst/>
                <a:latin typeface="Arial" panose="020B0604020202020204" pitchFamily="34" charset="0"/>
              </a:rPr>
              <a:t>array of singly linked lists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allow users to </a:t>
            </a:r>
            <a:r>
              <a:rPr kumimoji="0" lang="en-US" altLang="en-US" sz="1800" b="1" i="0" u="none" strike="noStrike" cap="none" normalizeH="0" baseline="0" dirty="0">
                <a:ln>
                  <a:noFill/>
                </a:ln>
                <a:solidFill>
                  <a:schemeClr val="tx1"/>
                </a:solidFill>
                <a:effectLst/>
                <a:latin typeface="Arial" panose="020B0604020202020204" pitchFamily="34" charset="0"/>
              </a:rPr>
              <a:t>create and manage multiple clubs</a:t>
            </a:r>
            <a:r>
              <a:rPr kumimoji="0" lang="en-US" altLang="en-US" sz="1800" b="0" i="0" u="none" strike="noStrike" cap="none" normalizeH="0" baseline="0" dirty="0">
                <a:ln>
                  <a:noFill/>
                </a:ln>
                <a:solidFill>
                  <a:schemeClr val="tx1"/>
                </a:solidFill>
                <a:effectLst/>
                <a:latin typeface="Arial" panose="020B0604020202020204" pitchFamily="34" charset="0"/>
              </a:rPr>
              <a:t>, each with its own members and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enable </a:t>
            </a:r>
            <a:r>
              <a:rPr kumimoji="0" lang="en-US" altLang="en-US" sz="1800" b="1" i="0" u="none" strike="noStrike" cap="none" normalizeH="0" baseline="0" dirty="0">
                <a:ln>
                  <a:noFill/>
                </a:ln>
                <a:solidFill>
                  <a:schemeClr val="tx1"/>
                </a:solidFill>
                <a:effectLst/>
                <a:latin typeface="Arial" panose="020B0604020202020204" pitchFamily="34" charset="0"/>
              </a:rPr>
              <a:t>dynamic addition, deletion, and searching of club members</a:t>
            </a:r>
            <a:r>
              <a:rPr kumimoji="0" lang="en-US" altLang="en-US" sz="1800" b="0" i="0" u="none" strike="noStrike" cap="none" normalizeH="0" baseline="0" dirty="0">
                <a:ln>
                  <a:noFill/>
                </a:ln>
                <a:solidFill>
                  <a:schemeClr val="tx1"/>
                </a:solidFill>
                <a:effectLst/>
                <a:latin typeface="Arial" panose="020B0604020202020204" pitchFamily="34" charset="0"/>
              </a:rPr>
              <a:t> using linked lists.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support </a:t>
            </a:r>
            <a:r>
              <a:rPr kumimoji="0" lang="en-US" altLang="en-US" sz="1800" b="1" i="0" u="none" strike="noStrike" cap="none" normalizeH="0" baseline="0" dirty="0">
                <a:ln>
                  <a:noFill/>
                </a:ln>
                <a:solidFill>
                  <a:schemeClr val="tx1"/>
                </a:solidFill>
                <a:effectLst/>
                <a:latin typeface="Arial" panose="020B0604020202020204" pitchFamily="34" charset="0"/>
              </a:rPr>
              <a:t>event management</a:t>
            </a:r>
            <a:r>
              <a:rPr kumimoji="0" lang="en-US" altLang="en-US" sz="1800" b="0" i="0" u="none" strike="noStrike" cap="none" normalizeH="0" baseline="0" dirty="0">
                <a:ln>
                  <a:noFill/>
                </a:ln>
                <a:solidFill>
                  <a:schemeClr val="tx1"/>
                </a:solidFill>
                <a:effectLst/>
                <a:latin typeface="Arial" panose="020B0604020202020204" pitchFamily="34" charset="0"/>
              </a:rPr>
              <a:t>, including adding, deleting, and displaying club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maintain accurate </a:t>
            </a:r>
            <a:r>
              <a:rPr kumimoji="0" lang="en-US" altLang="en-US" sz="1800" b="1" i="0" u="none" strike="noStrike" cap="none" normalizeH="0" baseline="0" dirty="0">
                <a:ln>
                  <a:noFill/>
                </a:ln>
                <a:solidFill>
                  <a:schemeClr val="tx1"/>
                </a:solidFill>
                <a:effectLst/>
                <a:latin typeface="Arial" panose="020B0604020202020204" pitchFamily="34" charset="0"/>
              </a:rPr>
              <a:t>member and event counts</a:t>
            </a:r>
            <a:r>
              <a:rPr kumimoji="0" lang="en-US" altLang="en-US" sz="1800" b="0" i="0" u="none" strike="noStrike" cap="none" normalizeH="0" baseline="0" dirty="0">
                <a:ln>
                  <a:noFill/>
                </a:ln>
                <a:solidFill>
                  <a:schemeClr val="tx1"/>
                </a:solidFill>
                <a:effectLst/>
                <a:latin typeface="Arial" panose="020B0604020202020204" pitchFamily="34" charset="0"/>
              </a:rPr>
              <a:t> for each club.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a </a:t>
            </a:r>
            <a:r>
              <a:rPr kumimoji="0" lang="en-US" altLang="en-US" sz="1800" b="1" i="0" u="none" strike="noStrike" cap="none" normalizeH="0" baseline="0" dirty="0">
                <a:ln>
                  <a:noFill/>
                </a:ln>
                <a:solidFill>
                  <a:schemeClr val="tx1"/>
                </a:solidFill>
                <a:effectLst/>
                <a:latin typeface="Arial" panose="020B0604020202020204" pitchFamily="34" charset="0"/>
              </a:rPr>
              <a:t>menu-driven interface</a:t>
            </a:r>
            <a:r>
              <a:rPr kumimoji="0" lang="en-US" altLang="en-US" sz="1800" b="0" i="0" u="none" strike="noStrike" cap="none" normalizeH="0" baseline="0" dirty="0">
                <a:ln>
                  <a:noFill/>
                </a:ln>
                <a:solidFill>
                  <a:schemeClr val="tx1"/>
                </a:solidFill>
                <a:effectLst/>
                <a:latin typeface="Arial" panose="020B0604020202020204" pitchFamily="34" charset="0"/>
              </a:rPr>
              <a:t> for easy user interaction and efficient club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u="sng" dirty="0"/>
              <a:t>Data Structure Used</a:t>
            </a:r>
            <a:endParaRPr lang="en-IN" u="sng" dirty="0"/>
          </a:p>
        </p:txBody>
      </p:sp>
      <p:sp>
        <p:nvSpPr>
          <p:cNvPr id="3" name="Content Placeholder 2"/>
          <p:cNvSpPr>
            <a:spLocks noGrp="1"/>
          </p:cNvSpPr>
          <p:nvPr>
            <p:ph idx="1"/>
          </p:nvPr>
        </p:nvSpPr>
        <p:spPr/>
        <p:txBody>
          <a:bodyPr/>
          <a:lstStyle/>
          <a:p>
            <a:r>
              <a:rPr lang="en-US" dirty="0"/>
              <a:t>An </a:t>
            </a:r>
            <a:r>
              <a:rPr lang="en-US" b="1" dirty="0"/>
              <a:t>array of singly linked lists</a:t>
            </a:r>
            <a:r>
              <a:rPr lang="en-US" dirty="0"/>
              <a:t> is used to store and manage club data dynamically. Each array element represents a club, and each club maintains separate linked list nodes for </a:t>
            </a:r>
            <a:r>
              <a:rPr lang="en-US" b="1" dirty="0"/>
              <a:t>members</a:t>
            </a:r>
            <a:r>
              <a:rPr lang="en-US" dirty="0"/>
              <a:t> and </a:t>
            </a:r>
            <a:r>
              <a:rPr lang="en-US" b="1" dirty="0"/>
              <a:t>events</a:t>
            </a:r>
            <a:r>
              <a:rPr lang="en-US" dirty="0"/>
              <a:t>, containing relevant details and a pointer to the next node.</a:t>
            </a:r>
          </a:p>
          <a:p>
            <a:r>
              <a:rPr lang="en-US" dirty="0"/>
              <a:t>This structure allows efficient insertion and deletion of members and events without shifting data, unlike simple arrays. It also supports flexible memory usage, as nodes are created and removed at runtime using dynamic memory allocation.</a:t>
            </a:r>
          </a:p>
          <a:p>
            <a:r>
              <a:rPr lang="en-US" dirty="0"/>
              <a:t>The combination of arrays and linked lists ensures better organization and scalability, making it suitable for applications where the number of clubs is fixed but the number of members and events varies dynamically.</a:t>
            </a:r>
          </a:p>
          <a:p>
            <a:endParaRPr lang="en-IN" dirty="0"/>
          </a:p>
        </p:txBody>
      </p:sp>
      <p:sp>
        <p:nvSpPr>
          <p:cNvPr id="4" name="Date Placeholder 3"/>
          <p:cNvSpPr>
            <a:spLocks noGrp="1"/>
          </p:cNvSpPr>
          <p:nvPr>
            <p:ph type="dt" sz="half" idx="10"/>
          </p:nvPr>
        </p:nvSpPr>
        <p:spPr/>
        <p:txBody>
          <a:bodyPr/>
          <a:lstStyle/>
          <a:p>
            <a:r>
              <a:rPr lang="en-US" dirty="0"/>
              <a:t>III Semester, Department of </a:t>
            </a:r>
            <a:r>
              <a:rPr lang="en-IN" altLang="en-US" dirty="0"/>
              <a:t>C</a:t>
            </a:r>
            <a:r>
              <a:rPr lang="en-US" dirty="0"/>
              <a:t>SE, RNSIT</a:t>
            </a:r>
          </a:p>
        </p:txBody>
      </p:sp>
      <p:sp>
        <p:nvSpPr>
          <p:cNvPr id="5" name="Footer Placeholder 4"/>
          <p:cNvSpPr>
            <a:spLocks noGrp="1"/>
          </p:cNvSpPr>
          <p:nvPr>
            <p:ph type="ftr" sz="quarter" idx="11"/>
          </p:nvPr>
        </p:nvSpPr>
        <p:spPr/>
        <p:txBody>
          <a:bodyPr/>
          <a:lstStyle/>
          <a:p>
            <a:r>
              <a:rPr lang="en-US" dirty="0"/>
              <a:t>2025 - 2026</a:t>
            </a:r>
          </a:p>
        </p:txBody>
      </p:sp>
      <p:sp>
        <p:nvSpPr>
          <p:cNvPr id="6" name="Slide Number Placeholder 5"/>
          <p:cNvSpPr>
            <a:spLocks noGrp="1"/>
          </p:cNvSpPr>
          <p:nvPr>
            <p:ph type="sldNum" sz="quarter" idx="12"/>
          </p:nvPr>
        </p:nvSpPr>
        <p:spPr/>
        <p:txBody>
          <a:bodyPr/>
          <a:lstStyle/>
          <a:p>
            <a:fld id="{5B4F5413-E548-45A8-B9DD-11B71454D5CA}"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000" dirty="0">
                <a:latin typeface="Times New Roman" panose="02020603050405020304" pitchFamily="18" charset="0"/>
                <a:cs typeface="Times New Roman" panose="02020603050405020304" pitchFamily="18" charset="0"/>
              </a:rPr>
              <a:t>	Flow diagram </a:t>
            </a:r>
            <a:br>
              <a:rPr lang="en-IN" sz="3000" dirty="0">
                <a:latin typeface="Times New Roman" panose="02020603050405020304" pitchFamily="18" charset="0"/>
                <a:cs typeface="Times New Roman" panose="02020603050405020304" pitchFamily="18" charset="0"/>
              </a:rPr>
            </a:br>
            <a:endParaRPr lang="en-US" sz="3000" dirty="0"/>
          </a:p>
        </p:txBody>
      </p:sp>
      <p:sp>
        <p:nvSpPr>
          <p:cNvPr id="4" name="Date Placeholder 3"/>
          <p:cNvSpPr>
            <a:spLocks noGrp="1"/>
          </p:cNvSpPr>
          <p:nvPr>
            <p:ph type="dt" sz="half" idx="10"/>
          </p:nvPr>
        </p:nvSpPr>
        <p:spPr/>
        <p:txBody>
          <a:bodyPr/>
          <a:lstStyle/>
          <a:p>
            <a:r>
              <a:rPr lang="en-US" dirty="0">
                <a:sym typeface="+mn-ea"/>
              </a:rPr>
              <a:t>III Semester, Department of </a:t>
            </a:r>
            <a:r>
              <a:rPr lang="en-IN" altLang="en-US" dirty="0">
                <a:sym typeface="+mn-ea"/>
              </a:rPr>
              <a:t>C</a:t>
            </a:r>
            <a:r>
              <a:rPr lang="en-US" dirty="0">
                <a:sym typeface="+mn-ea"/>
              </a:rPr>
              <a:t>SE, RNSIT</a:t>
            </a:r>
            <a:endParaRPr lang="en-US" dirty="0"/>
          </a:p>
        </p:txBody>
      </p:sp>
      <p:sp>
        <p:nvSpPr>
          <p:cNvPr id="5" name="Footer Placeholder 4"/>
          <p:cNvSpPr>
            <a:spLocks noGrp="1"/>
          </p:cNvSpPr>
          <p:nvPr>
            <p:ph type="ftr" sz="quarter" idx="11"/>
          </p:nvPr>
        </p:nvSpPr>
        <p:spPr/>
        <p:txBody>
          <a:bodyPr/>
          <a:lstStyle/>
          <a:p>
            <a:r>
              <a:rPr lang="en-US" dirty="0">
                <a:sym typeface="+mn-ea"/>
              </a:rPr>
              <a:t>2025 - 2026</a:t>
            </a:r>
            <a:endParaRPr lang="en-US" dirty="0"/>
          </a:p>
          <a:p>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7</a:t>
            </a:fld>
            <a:endParaRPr lang="en-US" dirty="0"/>
          </a:p>
        </p:txBody>
      </p:sp>
      <p:pic>
        <p:nvPicPr>
          <p:cNvPr id="8" name="Content Placeholder 7">
            <a:extLst>
              <a:ext uri="{FF2B5EF4-FFF2-40B4-BE49-F238E27FC236}">
                <a16:creationId xmlns:a16="http://schemas.microsoft.com/office/drawing/2014/main" id="{BF297FDA-4392-9BC6-C5A5-F9D345AC42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5800" y="-1"/>
            <a:ext cx="5029199" cy="6934201"/>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        Results[screen shot]</a:t>
            </a:r>
            <a:br>
              <a:rPr lang="en-IN"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838200" y="1190898"/>
            <a:ext cx="10515600" cy="5209902"/>
          </a:xfrm>
        </p:spPr>
        <p:txBody>
          <a:bodyPr>
            <a:normAutofit/>
          </a:bodyPr>
          <a:lstStyle/>
          <a:p>
            <a:pPr marL="0" indent="0">
              <a:buNone/>
            </a:pPr>
            <a:r>
              <a:rPr lang="en-US" dirty="0"/>
              <a:t>                                           </a:t>
            </a:r>
            <a:br>
              <a:rPr lang="en-US" dirty="0"/>
            </a:br>
            <a:r>
              <a:rPr lang="en-US" dirty="0"/>
              <a:t>                                                                                                                                   </a:t>
            </a:r>
            <a:br>
              <a:rPr lang="en-US" dirty="0"/>
            </a:br>
            <a:br>
              <a:rPr lang="en-US" dirty="0"/>
            </a:br>
            <a:br>
              <a:rPr lang="en-US" dirty="0"/>
            </a:br>
            <a:br>
              <a:rPr lang="en-US" dirty="0"/>
            </a:br>
            <a:br>
              <a:rPr lang="en-US" dirty="0"/>
            </a:br>
            <a:r>
              <a:rPr lang="en-US" dirty="0"/>
              <a:t>    </a:t>
            </a:r>
          </a:p>
        </p:txBody>
      </p:sp>
      <p:sp>
        <p:nvSpPr>
          <p:cNvPr id="4" name="Date Placeholder 3"/>
          <p:cNvSpPr>
            <a:spLocks noGrp="1"/>
          </p:cNvSpPr>
          <p:nvPr>
            <p:ph type="dt" sz="half" idx="10"/>
          </p:nvPr>
        </p:nvSpPr>
        <p:spPr/>
        <p:txBody>
          <a:bodyPr/>
          <a:lstStyle/>
          <a:p>
            <a:r>
              <a:rPr lang="en-US" dirty="0"/>
              <a:t>I</a:t>
            </a:r>
            <a:r>
              <a:rPr lang="en-IN" altLang="en-US" dirty="0"/>
              <a:t>II</a:t>
            </a:r>
            <a:r>
              <a:rPr lang="en-US" dirty="0"/>
              <a:t> Semester, Department of CSE, RNSIT</a:t>
            </a:r>
          </a:p>
        </p:txBody>
      </p:sp>
      <p:sp>
        <p:nvSpPr>
          <p:cNvPr id="5" name="Footer Placeholder 4"/>
          <p:cNvSpPr>
            <a:spLocks noGrp="1"/>
          </p:cNvSpPr>
          <p:nvPr>
            <p:ph type="ftr" sz="quarter" idx="11"/>
          </p:nvPr>
        </p:nvSpPr>
        <p:spPr/>
        <p:txBody>
          <a:bodyPr/>
          <a:lstStyle/>
          <a:p>
            <a:r>
              <a:rPr lang="en-US" dirty="0"/>
              <a:t>2025 - 2026</a:t>
            </a:r>
          </a:p>
        </p:txBody>
      </p:sp>
      <p:sp>
        <p:nvSpPr>
          <p:cNvPr id="6" name="Slide Number Placeholder 5"/>
          <p:cNvSpPr>
            <a:spLocks noGrp="1"/>
          </p:cNvSpPr>
          <p:nvPr>
            <p:ph type="sldNum" sz="quarter" idx="12"/>
          </p:nvPr>
        </p:nvSpPr>
        <p:spPr/>
        <p:txBody>
          <a:bodyPr/>
          <a:lstStyle/>
          <a:p>
            <a:fld id="{5B4F5413-E548-45A8-B9DD-11B71454D5CA}" type="slidenum">
              <a:rPr lang="en-US" smtClean="0"/>
              <a:t>8</a:t>
            </a:fld>
            <a:endParaRPr lang="en-US" dirty="0"/>
          </a:p>
        </p:txBody>
      </p:sp>
      <p:pic>
        <p:nvPicPr>
          <p:cNvPr id="11" name="Picture 10">
            <a:extLst>
              <a:ext uri="{FF2B5EF4-FFF2-40B4-BE49-F238E27FC236}">
                <a16:creationId xmlns:a16="http://schemas.microsoft.com/office/drawing/2014/main" id="{CF66CB23-8405-C071-B71C-2A5724ABE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270" y="1029791"/>
            <a:ext cx="3690259" cy="4687253"/>
          </a:xfrm>
          <a:prstGeom prst="rect">
            <a:avLst/>
          </a:prstGeom>
        </p:spPr>
      </p:pic>
      <p:pic>
        <p:nvPicPr>
          <p:cNvPr id="30" name="Picture 29">
            <a:extLst>
              <a:ext uri="{FF2B5EF4-FFF2-40B4-BE49-F238E27FC236}">
                <a16:creationId xmlns:a16="http://schemas.microsoft.com/office/drawing/2014/main" id="{3B901D7D-1C35-D56D-FFB4-594B995F8B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346" y="1029792"/>
            <a:ext cx="3710152" cy="4687252"/>
          </a:xfrm>
          <a:prstGeom prst="rect">
            <a:avLst/>
          </a:prstGeom>
        </p:spPr>
      </p:pic>
      <p:pic>
        <p:nvPicPr>
          <p:cNvPr id="32" name="Picture 31">
            <a:extLst>
              <a:ext uri="{FF2B5EF4-FFF2-40B4-BE49-F238E27FC236}">
                <a16:creationId xmlns:a16="http://schemas.microsoft.com/office/drawing/2014/main" id="{7A6B2639-D04A-8C8F-A6AC-49356F9F6FEA}"/>
              </a:ext>
            </a:extLst>
          </p:cNvPr>
          <p:cNvPicPr>
            <a:picLocks noChangeAspect="1"/>
          </p:cNvPicPr>
          <p:nvPr/>
        </p:nvPicPr>
        <p:blipFill>
          <a:blip r:embed="rId4">
            <a:extLst>
              <a:ext uri="{28A0092B-C50C-407E-A947-70E740481C1C}">
                <a14:useLocalDpi xmlns:a14="http://schemas.microsoft.com/office/drawing/2010/main" val="0"/>
              </a:ext>
            </a:extLst>
          </a:blip>
          <a:srcRect l="-1" r="1773" b="313"/>
          <a:stretch>
            <a:fillRect/>
          </a:stretch>
        </p:blipFill>
        <p:spPr>
          <a:xfrm>
            <a:off x="7935512" y="1029790"/>
            <a:ext cx="4221684" cy="46872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Results</a:t>
            </a: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endParaRPr lang="en-IN" dirty="0"/>
          </a:p>
        </p:txBody>
      </p:sp>
      <p:sp>
        <p:nvSpPr>
          <p:cNvPr id="3" name="Content Placeholder 2"/>
          <p:cNvSpPr>
            <a:spLocks noGrp="1"/>
          </p:cNvSpPr>
          <p:nvPr>
            <p:ph idx="1"/>
          </p:nvPr>
        </p:nvSpPr>
        <p:spPr/>
        <p:txBody>
          <a:bodyPr/>
          <a:lstStyle/>
          <a:p>
            <a:pPr marL="0" indent="0">
              <a:buNone/>
            </a:pPr>
            <a:r>
              <a:rPr lang="en-US" dirty="0"/>
              <a:t>              </a:t>
            </a:r>
            <a:endParaRPr lang="en-IN" dirty="0"/>
          </a:p>
        </p:txBody>
      </p:sp>
      <p:sp>
        <p:nvSpPr>
          <p:cNvPr id="4" name="Date Placeholder 3"/>
          <p:cNvSpPr>
            <a:spLocks noGrp="1"/>
          </p:cNvSpPr>
          <p:nvPr>
            <p:ph type="dt" sz="half" idx="10"/>
          </p:nvPr>
        </p:nvSpPr>
        <p:spPr/>
        <p:txBody>
          <a:bodyPr/>
          <a:lstStyle/>
          <a:p>
            <a:r>
              <a:rPr lang="en-US" dirty="0">
                <a:sym typeface="+mn-ea"/>
              </a:rPr>
              <a:t>III Semester, Department of </a:t>
            </a:r>
            <a:r>
              <a:rPr lang="en-IN" altLang="en-US" dirty="0">
                <a:sym typeface="+mn-ea"/>
              </a:rPr>
              <a:t>C</a:t>
            </a:r>
            <a:r>
              <a:rPr lang="en-US" dirty="0">
                <a:sym typeface="+mn-ea"/>
              </a:rPr>
              <a:t>SE, RNSIT</a:t>
            </a:r>
            <a:endParaRPr lang="en-US" dirty="0"/>
          </a:p>
          <a:p>
            <a:endParaRPr lang="en-US" dirty="0"/>
          </a:p>
        </p:txBody>
      </p:sp>
      <p:sp>
        <p:nvSpPr>
          <p:cNvPr id="5" name="Footer Placeholder 4"/>
          <p:cNvSpPr>
            <a:spLocks noGrp="1"/>
          </p:cNvSpPr>
          <p:nvPr>
            <p:ph type="ftr" sz="quarter" idx="11"/>
          </p:nvPr>
        </p:nvSpPr>
        <p:spPr/>
        <p:txBody>
          <a:bodyPr/>
          <a:lstStyle/>
          <a:p>
            <a:r>
              <a:rPr lang="en-US" dirty="0">
                <a:sym typeface="+mn-ea"/>
              </a:rPr>
              <a:t>2025 - 2026</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9</a:t>
            </a:fld>
            <a:endParaRPr lang="en-US" dirty="0"/>
          </a:p>
        </p:txBody>
      </p:sp>
      <p:pic>
        <p:nvPicPr>
          <p:cNvPr id="9" name="Picture 8">
            <a:extLst>
              <a:ext uri="{FF2B5EF4-FFF2-40B4-BE49-F238E27FC236}">
                <a16:creationId xmlns:a16="http://schemas.microsoft.com/office/drawing/2014/main" id="{26B95092-F1A6-ED46-E205-B901C8C1DE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232" y="1111209"/>
            <a:ext cx="3554583" cy="4804625"/>
          </a:xfrm>
          <a:prstGeom prst="rect">
            <a:avLst/>
          </a:prstGeom>
        </p:spPr>
      </p:pic>
      <p:pic>
        <p:nvPicPr>
          <p:cNvPr id="13" name="Picture 12">
            <a:extLst>
              <a:ext uri="{FF2B5EF4-FFF2-40B4-BE49-F238E27FC236}">
                <a16:creationId xmlns:a16="http://schemas.microsoft.com/office/drawing/2014/main" id="{406E5AE0-C2A4-1694-8F4B-5C002A1CA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4815" y="1111210"/>
            <a:ext cx="3554583" cy="4804625"/>
          </a:xfrm>
          <a:prstGeom prst="rect">
            <a:avLst/>
          </a:prstGeom>
        </p:spPr>
      </p:pic>
      <p:pic>
        <p:nvPicPr>
          <p:cNvPr id="17" name="Picture 16">
            <a:extLst>
              <a:ext uri="{FF2B5EF4-FFF2-40B4-BE49-F238E27FC236}">
                <a16:creationId xmlns:a16="http://schemas.microsoft.com/office/drawing/2014/main" id="{F9EF6B6A-515F-541F-00E4-08F53F70CE21}"/>
              </a:ext>
            </a:extLst>
          </p:cNvPr>
          <p:cNvPicPr>
            <a:picLocks noChangeAspect="1"/>
          </p:cNvPicPr>
          <p:nvPr/>
        </p:nvPicPr>
        <p:blipFill>
          <a:blip r:embed="rId4">
            <a:extLst>
              <a:ext uri="{28A0092B-C50C-407E-A947-70E740481C1C}">
                <a14:useLocalDpi xmlns:a14="http://schemas.microsoft.com/office/drawing/2010/main" val="0"/>
              </a:ext>
            </a:extLst>
          </a:blip>
          <a:srcRect t="12776"/>
          <a:stretch>
            <a:fillRect/>
          </a:stretch>
        </p:blipFill>
        <p:spPr>
          <a:xfrm>
            <a:off x="7819398" y="1111209"/>
            <a:ext cx="4127706" cy="4804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b="1" u="sng" dirty="0">
                <a:solidFill>
                  <a:schemeClr val="accent1">
                    <a:lumMod val="75000"/>
                  </a:schemeClr>
                </a:solidFill>
                <a:latin typeface="Times New Roman" panose="02020603050405020304" pitchFamily="18" charset="0"/>
                <a:cs typeface="Times New Roman" panose="02020603050405020304" pitchFamily="18" charset="0"/>
              </a:rPr>
              <a:t>Conclusion</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2025-2026</a:t>
            </a:r>
          </a:p>
        </p:txBody>
      </p:sp>
      <p:sp>
        <p:nvSpPr>
          <p:cNvPr id="7" name="Slide Number Placeholder 6"/>
          <p:cNvSpPr>
            <a:spLocks noGrp="1"/>
          </p:cNvSpPr>
          <p:nvPr>
            <p:ph type="sldNum" sz="quarter" idx="12"/>
          </p:nvPr>
        </p:nvSpPr>
        <p:spPr/>
        <p:txBody>
          <a:bodyPr/>
          <a:lstStyle/>
          <a:p>
            <a:fld id="{5B4F5413-E548-45A8-B9DD-11B71454D5CA}" type="slidenum">
              <a:rPr lang="en-US" smtClean="0"/>
              <a:t>10</a:t>
            </a:fld>
            <a:endParaRPr lang="en-US" dirty="0"/>
          </a:p>
        </p:txBody>
      </p:sp>
      <p:sp>
        <p:nvSpPr>
          <p:cNvPr id="3" name="AutoShape 2"/>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indent="0">
              <a:buNone/>
            </a:pPr>
            <a:r>
              <a:rPr lang="en-US" dirty="0"/>
              <a:t>This project successfully demonstrates how a Club Management System can be developed using C and an array of linked lists. It efficiently performs essential operations such as managing club details, adding and removing members, handling events, and displaying organized information. The system uses memory effectively for dynamic member and event management and clearly illustrates how data structures can be applied to manage real-world club activities in an organized and efficient manner.</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u="sng" dirty="0"/>
              <a:t>Future Enhancement</a:t>
            </a:r>
            <a:r>
              <a:rPr lang="en-US" dirty="0"/>
              <a:t> :</a:t>
            </a:r>
            <a:endParaRPr lang="en-IN" dirty="0"/>
          </a:p>
        </p:txBody>
      </p:sp>
      <p:sp>
        <p:nvSpPr>
          <p:cNvPr id="3" name="Content Placeholder 2"/>
          <p:cNvSpPr>
            <a:spLocks noGrp="1"/>
          </p:cNvSpPr>
          <p:nvPr>
            <p:ph idx="1"/>
          </p:nvPr>
        </p:nvSpPr>
        <p:spPr>
          <a:xfrm>
            <a:off x="771832" y="1200730"/>
            <a:ext cx="10515600" cy="5033842"/>
          </a:xfrm>
        </p:spPr>
        <p:txBody>
          <a:bodyPr>
            <a:normAutofit lnSpcReduction="10000"/>
          </a:bodyPr>
          <a:lstStyle/>
          <a:p>
            <a:pPr>
              <a:buFont typeface="Wingdings" panose="05000000000000000000" pitchFamily="2" charset="2"/>
              <a:buChar char="Ø"/>
            </a:pPr>
            <a:r>
              <a:rPr lang="en-US" b="1" dirty="0"/>
              <a:t>Add dynamic allocation for the club array</a:t>
            </a:r>
            <a:r>
              <a:rPr lang="en-US" dirty="0"/>
              <a:t> to remove fixed size limitations and improve scalability.</a:t>
            </a:r>
          </a:p>
          <a:p>
            <a:pPr>
              <a:buFont typeface="Wingdings" panose="05000000000000000000" pitchFamily="2" charset="2"/>
              <a:buChar char="Ø"/>
            </a:pPr>
            <a:r>
              <a:rPr lang="en-US" altLang="en-US" dirty="0">
                <a:latin typeface="Arial" panose="020B0604020202020204" pitchFamily="34" charset="0"/>
              </a:rPr>
              <a:t>Add </a:t>
            </a:r>
            <a:r>
              <a:rPr lang="en-US" altLang="en-US" b="1" dirty="0">
                <a:latin typeface="Arial" panose="020B0604020202020204" pitchFamily="34" charset="0"/>
              </a:rPr>
              <a:t>file handling</a:t>
            </a:r>
            <a:r>
              <a:rPr lang="en-US" altLang="en-US" dirty="0">
                <a:latin typeface="Arial" panose="020B0604020202020204" pitchFamily="34" charset="0"/>
              </a:rPr>
              <a:t> to permanently store and retrieve club, member, and event data.</a:t>
            </a:r>
          </a:p>
          <a:p>
            <a:pPr>
              <a:buFont typeface="Wingdings" panose="05000000000000000000" pitchFamily="2" charset="2"/>
              <a:buChar char="Ø"/>
            </a:pPr>
            <a:r>
              <a:rPr lang="en-US" altLang="en-US" dirty="0">
                <a:latin typeface="Arial" panose="020B0604020202020204" pitchFamily="34" charset="0"/>
              </a:rPr>
              <a:t>Introduce </a:t>
            </a:r>
            <a:r>
              <a:rPr lang="en-US" altLang="en-US" b="1" dirty="0">
                <a:latin typeface="Arial" panose="020B0604020202020204" pitchFamily="34" charset="0"/>
              </a:rPr>
              <a:t>user authentication and role-based access</a:t>
            </a:r>
            <a:r>
              <a:rPr lang="en-US" altLang="en-US" dirty="0">
                <a:latin typeface="Arial" panose="020B0604020202020204" pitchFamily="34" charset="0"/>
              </a:rPr>
              <a:t> (admin, coordinator, member) for better security.</a:t>
            </a:r>
          </a:p>
          <a:p>
            <a:pPr>
              <a:buFont typeface="Wingdings" panose="05000000000000000000" pitchFamily="2" charset="2"/>
              <a:buChar char="Ø"/>
            </a:pPr>
            <a:r>
              <a:rPr lang="en-US" altLang="en-US" dirty="0">
                <a:latin typeface="Arial" panose="020B0604020202020204" pitchFamily="34" charset="0"/>
              </a:rPr>
              <a:t>Add features for </a:t>
            </a:r>
            <a:r>
              <a:rPr lang="en-US" altLang="en-US" b="1" dirty="0">
                <a:latin typeface="Arial" panose="020B0604020202020204" pitchFamily="34" charset="0"/>
              </a:rPr>
              <a:t>updating member roles</a:t>
            </a:r>
            <a:r>
              <a:rPr lang="en-US" altLang="en-US" dirty="0">
                <a:latin typeface="Arial" panose="020B0604020202020204" pitchFamily="34" charset="0"/>
              </a:rPr>
              <a:t>, attendance tracking, and event registration.</a:t>
            </a:r>
          </a:p>
          <a:p>
            <a:pPr>
              <a:buFont typeface="Wingdings" panose="05000000000000000000" pitchFamily="2" charset="2"/>
              <a:buChar char="Ø"/>
            </a:pPr>
            <a:r>
              <a:rPr lang="en-US" altLang="en-US" dirty="0">
                <a:latin typeface="Arial" panose="020B0604020202020204" pitchFamily="34" charset="0"/>
              </a:rPr>
              <a:t>Integrate a </a:t>
            </a:r>
            <a:r>
              <a:rPr lang="en-US" altLang="en-US" b="1" dirty="0">
                <a:latin typeface="Arial" panose="020B0604020202020204" pitchFamily="34" charset="0"/>
              </a:rPr>
              <a:t>graphical user interface (GUI)</a:t>
            </a:r>
            <a:r>
              <a:rPr lang="en-US" altLang="en-US" dirty="0">
                <a:latin typeface="Arial" panose="020B0604020202020204" pitchFamily="34" charset="0"/>
              </a:rPr>
              <a:t> to improve usability and user experience.</a:t>
            </a:r>
          </a:p>
          <a:p>
            <a:pPr lvl="0" eaLnBrk="0" fontAlgn="base" hangingPunct="0">
              <a:lnSpc>
                <a:spcPct val="1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Implement </a:t>
            </a:r>
            <a:r>
              <a:rPr lang="en-US" altLang="en-US" b="1" dirty="0">
                <a:latin typeface="Arial" panose="020B0604020202020204" pitchFamily="34" charset="0"/>
              </a:rPr>
              <a:t>member activity history</a:t>
            </a:r>
            <a:r>
              <a:rPr lang="en-US" altLang="en-US" dirty="0">
                <a:latin typeface="Arial" panose="020B0604020202020204" pitchFamily="34" charset="0"/>
              </a:rPr>
              <a:t> and event participation tracking</a:t>
            </a:r>
          </a:p>
          <a:p>
            <a:pPr>
              <a:buFont typeface="Wingdings" panose="05000000000000000000" pitchFamily="2" charset="2"/>
              <a:buChar char="Ø"/>
            </a:pPr>
            <a:endParaRPr lang="en-US"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endParaRPr lang="en-IN" dirty="0"/>
          </a:p>
        </p:txBody>
      </p:sp>
      <p:sp>
        <p:nvSpPr>
          <p:cNvPr id="4" name="Date Placeholder 3"/>
          <p:cNvSpPr>
            <a:spLocks noGrp="1"/>
          </p:cNvSpPr>
          <p:nvPr>
            <p:ph type="dt" sz="half" idx="10"/>
          </p:nvPr>
        </p:nvSpPr>
        <p:spPr/>
        <p:txBody>
          <a:bodyPr/>
          <a:lstStyle/>
          <a:p>
            <a:r>
              <a:rPr lang="en-US"/>
              <a:t>I</a:t>
            </a:r>
            <a:r>
              <a:rPr lang="en-IN" altLang="en-US"/>
              <a:t>II</a:t>
            </a:r>
            <a:r>
              <a:rPr lang="en-US"/>
              <a:t> Semester, Department of </a:t>
            </a:r>
            <a:r>
              <a:rPr lang="en-IN" altLang="en-US"/>
              <a:t>C</a:t>
            </a:r>
            <a:r>
              <a:rPr lang="en-US"/>
              <a:t>SE, RNSIT</a:t>
            </a:r>
            <a:endParaRPr lang="en-US" dirty="0"/>
          </a:p>
        </p:txBody>
      </p:sp>
      <p:sp>
        <p:nvSpPr>
          <p:cNvPr id="5" name="Footer Placeholder 4"/>
          <p:cNvSpPr>
            <a:spLocks noGrp="1"/>
          </p:cNvSpPr>
          <p:nvPr>
            <p:ph type="ftr" sz="quarter" idx="11"/>
          </p:nvPr>
        </p:nvSpPr>
        <p:spPr/>
        <p:txBody>
          <a:bodyPr/>
          <a:lstStyle/>
          <a:p>
            <a:r>
              <a:rPr lang="en-US"/>
              <a:t>202</a:t>
            </a:r>
            <a:r>
              <a:rPr lang="en-IN" altLang="en-US"/>
              <a:t>5</a:t>
            </a:r>
            <a:r>
              <a:rPr lang="en-US"/>
              <a:t> - 202</a:t>
            </a:r>
            <a:r>
              <a:rPr lang="en-IN" altLang="en-US"/>
              <a:t>6</a:t>
            </a:r>
            <a:endParaRPr lang="en-IN" alt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632" y="2132856"/>
            <a:ext cx="6428184" cy="990600"/>
          </a:xfrm>
        </p:spPr>
        <p:txBody>
          <a:bodyPr>
            <a:normAutofit fontScale="90000"/>
          </a:bodyPr>
          <a:lstStyle/>
          <a:p>
            <a:pPr algn="ctr"/>
            <a:r>
              <a:rPr lang="en-US" sz="4800" b="1" dirty="0">
                <a:ln w="10541" cmpd="sng">
                  <a:solidFill>
                    <a:schemeClr val="accent1">
                      <a:shade val="88000"/>
                      <a:satMod val="110000"/>
                    </a:schemeClr>
                  </a:solidFill>
                  <a:prstDash val="solid"/>
                </a:ln>
                <a:solidFill>
                  <a:srgbClr val="000066"/>
                </a:solidFill>
              </a:rPr>
              <a:t>Question</a:t>
            </a:r>
            <a:r>
              <a:rPr lang="en-IN" altLang="en-US" sz="4800" b="1" dirty="0">
                <a:ln w="10541" cmpd="sng">
                  <a:solidFill>
                    <a:schemeClr val="accent1">
                      <a:shade val="88000"/>
                      <a:satMod val="110000"/>
                    </a:schemeClr>
                  </a:solidFill>
                  <a:prstDash val="solid"/>
                </a:ln>
                <a:solidFill>
                  <a:srgbClr val="000066"/>
                </a:solidFill>
              </a:rPr>
              <a:t>...??</a:t>
            </a:r>
            <a:br>
              <a:rPr lang="en-IN" altLang="en-US" sz="4800" b="1" dirty="0">
                <a:ln w="10541" cmpd="sng">
                  <a:solidFill>
                    <a:schemeClr val="accent1">
                      <a:shade val="88000"/>
                      <a:satMod val="110000"/>
                    </a:schemeClr>
                  </a:solidFill>
                  <a:prstDash val="solid"/>
                </a:ln>
                <a:solidFill>
                  <a:srgbClr val="000066"/>
                </a:solidFill>
              </a:rPr>
            </a:br>
            <a:endParaRPr lang="en-IN" altLang="en-US" sz="4800" b="1" dirty="0">
              <a:ln w="10541" cmpd="sng">
                <a:solidFill>
                  <a:schemeClr val="accent1">
                    <a:shade val="88000"/>
                    <a:satMod val="110000"/>
                  </a:schemeClr>
                </a:solidFill>
                <a:prstDash val="solid"/>
              </a:ln>
              <a:solidFill>
                <a:srgbClr val="000066"/>
              </a:solidFill>
            </a:endParaRPr>
          </a:p>
        </p:txBody>
      </p:sp>
      <p:sp>
        <p:nvSpPr>
          <p:cNvPr id="4" name="Date Placeholder 3"/>
          <p:cNvSpPr>
            <a:spLocks noGrp="1"/>
          </p:cNvSpPr>
          <p:nvPr>
            <p:ph type="dt" sz="half" idx="10"/>
          </p:nvPr>
        </p:nvSpPr>
        <p:spPr/>
        <p:txBody>
          <a:bodyPr/>
          <a:lstStyle/>
          <a:p>
            <a:r>
              <a:rPr lang="en-US" dirty="0"/>
              <a:t>I</a:t>
            </a:r>
            <a:r>
              <a:rPr lang="en-IN" altLang="en-US" dirty="0"/>
              <a:t>II</a:t>
            </a:r>
            <a:r>
              <a:rPr lang="en-US" dirty="0"/>
              <a:t> Semester, Department of CSE, RNSIT</a:t>
            </a:r>
          </a:p>
        </p:txBody>
      </p:sp>
      <p:sp>
        <p:nvSpPr>
          <p:cNvPr id="3" name="Footer Placeholder 2"/>
          <p:cNvSpPr>
            <a:spLocks noGrp="1"/>
          </p:cNvSpPr>
          <p:nvPr>
            <p:ph type="ftr" sz="quarter" idx="11"/>
          </p:nvPr>
        </p:nvSpPr>
        <p:spPr/>
        <p:txBody>
          <a:bodyPr/>
          <a:lstStyle/>
          <a:p>
            <a:r>
              <a:rPr lang="en-US" dirty="0"/>
              <a:t>2025- 2026</a:t>
            </a:r>
          </a:p>
        </p:txBody>
      </p:sp>
      <p:sp>
        <p:nvSpPr>
          <p:cNvPr id="6" name="Slide Number Placeholder 5"/>
          <p:cNvSpPr>
            <a:spLocks noGrp="1"/>
          </p:cNvSpPr>
          <p:nvPr>
            <p:ph type="sldNum" sz="quarter" idx="12"/>
          </p:nvPr>
        </p:nvSpPr>
        <p:spPr/>
        <p:txBody>
          <a:bodyPr/>
          <a:lstStyle/>
          <a:p>
            <a:fld id="{5B4F5413-E548-45A8-B9DD-11B71454D5CA}"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III Semester, Department of CSE, RNSIT</a:t>
            </a:r>
          </a:p>
        </p:txBody>
      </p:sp>
      <p:sp>
        <p:nvSpPr>
          <p:cNvPr id="3" name="Footer Placeholder 2"/>
          <p:cNvSpPr>
            <a:spLocks noGrp="1"/>
          </p:cNvSpPr>
          <p:nvPr>
            <p:ph type="ftr" sz="quarter" idx="11"/>
          </p:nvPr>
        </p:nvSpPr>
        <p:spPr/>
        <p:txBody>
          <a:bodyPr/>
          <a:lstStyle/>
          <a:p>
            <a:r>
              <a:rPr lang="en-US" dirty="0"/>
              <a:t>2025 - 2026</a:t>
            </a:r>
          </a:p>
        </p:txBody>
      </p:sp>
      <p:sp>
        <p:nvSpPr>
          <p:cNvPr id="6" name="Slide Number Placeholder 5"/>
          <p:cNvSpPr>
            <a:spLocks noGrp="1"/>
          </p:cNvSpPr>
          <p:nvPr>
            <p:ph type="sldNum" sz="quarter" idx="12"/>
          </p:nvPr>
        </p:nvSpPr>
        <p:spPr/>
        <p:txBody>
          <a:bodyPr/>
          <a:lstStyle/>
          <a:p>
            <a:fld id="{5B4F5413-E548-45A8-B9DD-11B71454D5CA}" type="slidenum">
              <a:rPr lang="en-US" smtClean="0"/>
              <a:t>13</a:t>
            </a:fld>
            <a:endParaRPr lang="en-US" dirty="0"/>
          </a:p>
        </p:txBody>
      </p:sp>
      <p:sp>
        <p:nvSpPr>
          <p:cNvPr id="7" name="Rectangle 6">
            <a:extLst>
              <a:ext uri="{FF2B5EF4-FFF2-40B4-BE49-F238E27FC236}">
                <a16:creationId xmlns:a16="http://schemas.microsoft.com/office/drawing/2014/main" id="{4362B356-54C9-47B0-B55D-6A00BAE63437}"/>
              </a:ext>
            </a:extLst>
          </p:cNvPr>
          <p:cNvSpPr/>
          <p:nvPr/>
        </p:nvSpPr>
        <p:spPr>
          <a:xfrm>
            <a:off x="4147879" y="2326066"/>
            <a:ext cx="3536674"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endParaRPr lang="en-I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TotalTime>
  <Words>822</Words>
  <Application>Microsoft Office PowerPoint</Application>
  <PresentationFormat>Widescreen</PresentationFormat>
  <Paragraphs>102</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CLUBVERSE</vt:lpstr>
      <vt:lpstr>AGENDA</vt:lpstr>
      <vt:lpstr>ABSTRACT </vt:lpstr>
      <vt:lpstr>Introduction </vt:lpstr>
      <vt:lpstr>Objectives </vt:lpstr>
      <vt:lpstr>Data Structure Used</vt:lpstr>
      <vt:lpstr> Flow diagram  </vt:lpstr>
      <vt:lpstr>        Results[screen shot] </vt:lpstr>
      <vt:lpstr>        Results :  </vt:lpstr>
      <vt:lpstr>Conclusion :</vt:lpstr>
      <vt:lpstr> Future Enhancement :</vt:lpstr>
      <vt:lpstr>Question...?? </vt:lpstr>
      <vt:lpstr>PowerPoint Presentation</vt:lpstr>
    </vt:vector>
  </TitlesOfParts>
  <Company>DARSHAN SATHYA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DARSHAN SATHYA</dc:creator>
  <cp:lastModifiedBy>Akash H V</cp:lastModifiedBy>
  <cp:revision>314</cp:revision>
  <dcterms:created xsi:type="dcterms:W3CDTF">2015-10-29T14:36:00Z</dcterms:created>
  <dcterms:modified xsi:type="dcterms:W3CDTF">2025-12-30T14:17:03Z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5F07057BE096457789E1D0ADEAB39A67_12</vt:lpwstr>
  </property>
  <property fmtid="{D5CDD505-2E9C-101B-9397-08002B2CF9AE}" pid="3" name="KSOProductBuildVer">
    <vt:lpwstr>1033-12.2.0.23155</vt:lpwstr>
  </property>
</Properties>
</file>